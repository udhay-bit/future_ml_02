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AI-Driven Support Ticket Classification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NLP Performance Audit &amp; Phase II Roadmap</a:t>
            </a:r>
          </a:p>
          <a:p>
            <a:r>
              <a:t>A. Udhay Reddy | ML Intern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1F3F"/>
                </a:solidFill>
              </a:defRPr>
            </a:pPr>
            <a:r>
              <a:t>The Objective: Smart Support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Automate ticket routing and prioritization to enhance CSAT.</a:t>
            </a:r>
          </a:p>
          <a:p>
            <a:r>
              <a:t>• Classification: 5-Class 'Ticket Type' prediction.</a:t>
            </a:r>
          </a:p>
          <a:p>
            <a:r>
              <a:t>• Prioritization: 4-Level 'Urgency' prediction.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1F3F"/>
                </a:solidFill>
              </a:defRPr>
            </a:pPr>
            <a:r>
              <a:t>Text Engineering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Consolidation: Subject + Description merging.</a:t>
            </a:r>
          </a:p>
          <a:p>
            <a:r>
              <a:t>2. Normalization: Lowercasing and Punctuation removal.</a:t>
            </a:r>
          </a:p>
          <a:p>
            <a:r>
              <a:t>3. Refinement: Stopword elimination and Lemmatization.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1F3F"/>
                </a:solidFill>
              </a:defRPr>
            </a:pPr>
            <a:r>
              <a:t>Methodology: Statistical vs. Semantic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Approach A: TF-IDF (Keyword Importance)</a:t>
            </a:r>
          </a:p>
          <a:p>
            <a:r>
              <a:t>• Approach B: Word2Vec (Semantic Relationship via Google-News-300)</a:t>
            </a:r>
          </a:p>
          <a:p>
            <a:r>
              <a:t>• Models: Logistic Regression and Linear SVC.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1F3F"/>
                </a:solidFill>
              </a:defRPr>
            </a:pPr>
            <a:r>
              <a:t>Performance Audit: Baseline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Result: Current models are performing at 'Random Guessing' levels.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743200"/>
          <a:ext cx="7620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438400"/>
                <a:gridCol w="2438400"/>
              </a:tblGrid>
              <a:tr h="4572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Ticket Type (Acc)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Ticket Priority (Acc)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Current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~0.20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~0.25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Random Chance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1F3F"/>
                </a:solidFill>
              </a:defRPr>
            </a:pPr>
            <a:r>
              <a:t>Diagnostic: Why Linear Models Struggled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Semantic Compression: Averaging vectors loses word sequence and intent.</a:t>
            </a:r>
          </a:p>
          <a:p>
            <a:r>
              <a:t>• Context Blindness: Models miss nuances in short, specific support text.</a:t>
            </a:r>
          </a:p>
          <a:p>
            <a:r>
              <a:t>• Jargon Gap: Pre-trained models don't recognize domain-specific tags.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1F3F"/>
                </a:solidFill>
              </a:defRPr>
            </a:pPr>
            <a:r>
              <a:t>Roadmap: Transition to Contextual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Target: Production-grade accuracy via Deep Learning.</a:t>
            </a:r>
          </a:p>
          <a:p>
            <a:r>
              <a:t>1. Transformer Models (BERT/RoBERTa) for Bi-directional context.</a:t>
            </a:r>
          </a:p>
          <a:p>
            <a:r>
              <a:t>2. Sequence Learning (LSTMs) for flow retention.</a:t>
            </a:r>
          </a:p>
          <a:p>
            <a:r>
              <a:t>3. Domain-Specific Fine-Tuning.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1F3F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Baseline established. Ready for Phase II implementation.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